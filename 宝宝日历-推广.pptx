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714500"/>
            <a:ext cx="3730600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4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👶 宝宝日历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71500" y="3238500"/>
            <a:ext cx="440415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智能育儿看板 · 一块屏幕管全天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4191000"/>
            <a:ext cx="26731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88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Y W &amp; E H 专属 · 免费开源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71500" y="4762500"/>
            <a:ext cx="42379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© 2026 苇杭 · github.com/dede2024-cmd/baby-calendar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3886048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53E3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😰 带娃最怕什么？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71500" y="1524000"/>
            <a:ext cx="582930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2250"/>
              </a:spcAft>
              <a:buNone/>
            </a:pPr>
            <a:r>
              <a:rPr lang="en-US" sz="2100" dirty="0">
                <a:solidFill>
                  <a:srgbClr val="2D37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❌ 忘了喂奶时间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1500" y="2289721"/>
            <a:ext cx="582930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2250"/>
              </a:spcAft>
              <a:buNone/>
            </a:pPr>
            <a:r>
              <a:rPr lang="en-US" sz="2100" dirty="0">
                <a:solidFill>
                  <a:srgbClr val="2D37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❌ 不知道今天教什么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71500" y="3055441"/>
            <a:ext cx="582930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2250"/>
              </a:spcAft>
              <a:buNone/>
            </a:pPr>
            <a:r>
              <a:rPr lang="en-US" sz="2100" dirty="0">
                <a:solidFill>
                  <a:srgbClr val="2D37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❌ 出门不知道穿多少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71500" y="3821162"/>
            <a:ext cx="582930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2250"/>
              </a:spcAft>
              <a:buNone/>
            </a:pPr>
            <a:r>
              <a:rPr lang="en-US" sz="2100" dirty="0">
                <a:solidFill>
                  <a:srgbClr val="2D37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❌ 阿姨记不住作息表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287000" y="1905000"/>
            <a:ext cx="11658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🤦</a:t>
            </a:r>
            <a:endParaRPr lang="en-US" sz="9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28508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2543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 一块屏幕解决所有问题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71500" y="1428750"/>
            <a:ext cx="5334000" cy="1028700"/>
          </a:xfrm>
          <a:prstGeom prst="roundRect">
            <a:avLst>
              <a:gd name="adj" fmla="val 14815"/>
            </a:avLst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250" y="1619250"/>
            <a:ext cx="485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543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📋 作息时间表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57250" y="200025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7674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当前时段自动高亮，一眼就懂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1500" y="2647950"/>
            <a:ext cx="5334000" cy="1028700"/>
          </a:xfrm>
          <a:prstGeom prst="roundRect">
            <a:avLst>
              <a:gd name="adj" fmla="val 14815"/>
            </a:avLst>
          </a:prstGeom>
          <a:solidFill>
            <a:srgbClr val="FED7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7250" y="2838450"/>
            <a:ext cx="485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0245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🎨 今日早教主题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57250" y="321945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726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7天轮换，每天不重样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1500" y="3867150"/>
            <a:ext cx="5334000" cy="1028700"/>
          </a:xfrm>
          <a:prstGeom prst="roundRect">
            <a:avLst>
              <a:gd name="adj" fmla="val 14815"/>
            </a:avLst>
          </a:prstGeom>
          <a:solidFill>
            <a:srgbClr val="BEE3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7250" y="4057650"/>
            <a:ext cx="485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436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🌤️ 实时天气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57250" y="443865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6CB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当前温度+最高最低，10分钟刷新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028462" y="4762500"/>
            <a:ext cx="7981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© 2026 苇杭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484469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🌙 夜间自动切换极简模式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71500" y="1238250"/>
            <a:ext cx="332649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22:00—06:00 只显示温度+时间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暗色背景不刺眼 · 自动切换</a:t>
            </a:r>
            <a:endParaRPr lang="en-US" sz="1800" dirty="0"/>
          </a:p>
        </p:txBody>
      </p:sp>
      <p:pic>
        <p:nvPicPr>
          <p:cNvPr id="5" name="Image 0" descr="/Users/dede2024/Desktop/screenshot_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0" y="952500"/>
            <a:ext cx="4953000" cy="3095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356224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D37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📱 所有设备都能用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71500" y="1428750"/>
            <a:ext cx="422457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182C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📟 iPad 1K / 2K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857375"/>
            <a:ext cx="42245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A556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横屏5+3栏布局，内容一览无余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71500" y="2381250"/>
            <a:ext cx="422457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8A1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📱 手机（华为/荣耀/iPhone）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71500" y="2809875"/>
            <a:ext cx="42245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A556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竖屏自适应，添加主屏幕=原生App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71500" y="3333750"/>
            <a:ext cx="422457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D6B2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🖥️ 电脑桌面壁纸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71500" y="3762375"/>
            <a:ext cx="42245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A556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Plash / Lively Wallpaper 常驻显示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601200" y="1619250"/>
            <a:ext cx="186537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📟📱💻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3C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428750"/>
            <a:ext cx="340923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🚀 3 分钟上手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71500" y="2571750"/>
            <a:ext cx="432218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100" dirty="0">
                <a:solidFill>
                  <a:srgbClr val="E0D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1️⃣ 打开浏览器，输入网址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1500" y="2998440"/>
            <a:ext cx="432218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100" dirty="0">
                <a:solidFill>
                  <a:srgbClr val="E0D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2️⃣ Safari/Chrome → 添加到主屏幕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71500" y="3425130"/>
            <a:ext cx="432218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100" dirty="0">
                <a:solidFill>
                  <a:srgbClr val="E0D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3️⃣ 桌面图标一点即开，全屏显示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71500" y="4137571"/>
            <a:ext cx="432218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2250"/>
              </a:spcBef>
              <a:buNone/>
            </a:pPr>
            <a:r>
              <a:rPr lang="en-US" sz="2100" dirty="0">
                <a:solidFill>
                  <a:srgbClr val="E0D4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📦 零安装 · 零配置 · 全免费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71500" y="5238750"/>
            <a:ext cx="52973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BBBB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© 2026 苇杭 · github.com/dede2024-cmd/baby-calendar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宝宝日历-推广</dc:title>
  <dc:subject>PptxGenJS Presentation</dc:subject>
  <dc:creator>SailFish</dc:creator>
  <cp:lastModifiedBy>SailFish</cp:lastModifiedBy>
  <cp:revision>1</cp:revision>
  <dcterms:created xsi:type="dcterms:W3CDTF">2026-06-16T02:36:47Z</dcterms:created>
  <dcterms:modified xsi:type="dcterms:W3CDTF">2026-06-16T02:36:47Z</dcterms:modified>
</cp:coreProperties>
</file>